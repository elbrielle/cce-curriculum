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this up as students walk in. Sticky notes and pencils on tables; wireframe template printouts for students who want them. Run time 50 minutes: warm-up 5, choose 3, plan 5, wireframe 17, partner test 10, improve 10. No exit ticket today; the packet is the evidence.
[Sources]
Find Your Future (Irving ISD / Hats &amp; Ladders, ©2026), printed pp. 30-33; district-licensed workbook page images from the CCE Canvas course,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0-5 min. Two voices. Point out that somebody counted those taps on purpose; that person is an app designer, and today the students are that person.
[Sources]
Find Your Future (Irving ISD / Hats &amp; Ladders, ©2026), printed pp. 30-33; district-licensed workbook page images from the CCE Canvas course,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seconds. This is the Major 1 packet day; say that once, plainly, and move on.
[Sources]
Find Your Future (Irving ISD / Hats &amp; Ladders, ©2026), printed pp. 30-33; district-licensed workbook page images from the CCE Canvas course,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5-8 min. Read the three briefs aloud once. Three minutes and a checked box; a student who cannot choose gets Stress-Less, because every 7th grader has an opinion about screen-free breaks.
[Sources]
Find Your Future (Irving ISD / Hats &amp; Ladders, ©2026), printed pp. 30-33; district-licensed workbook page images from the CCE Canvas course,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8-13 min. Three stickies minimum: name, user, one feature. The user line is where weak apps start; push 'for everyone' toward one real person.
[Sources]
Find Your Future (Irving ISD / Hats &amp; Ladders, ©2026), printed pp. 30-33; district-licensed workbook page images from the CCE Canvas course,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13-15 min. Draw the four symbols on the board once. The Success screen is the one students forget or copy from Home; say now that Success shows what happens after the user finishes something, like a 'Great job' pop-up.
[Sources]
Find Your Future (Irving ISD / Hats &amp; Ladders, ©2026), printed pp. 30-33; district-licensed workbook page images from the CCE Canvas course,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15-32 min. Walk one fixed route twice: lap 1 at minute 8 (Home and Main Menu boxed and labeled), lap 2 at minute 18 (Action and Success show cause and effect). Two known misses: art instead of labeled boxes, and a Success screen that repeats Home. If more than a handful miss lap 1, reproject the four symbols instead of fixing desk by desk. The wireframe template Doc and bilingual PDF are linked on the Day 3 page.
[Sources]
Find Your Future (Irving ISD / Hats &amp; Ladders, ©2026), printed pp. 30-33; district-licensed workbook page images from the CCE Canvas course, not for public distribution. Canvas page renders of CCE course 98060 student pages, captured 2026-09-15.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32-42 min. Time each part out loud. Listen for who names a missing screen rather than a missing label, and pick share-out pairs from what you heard, not from raised hands. Third stem if a pair is stuck: 'I think this app is missing a ____ screen.'
[Sources]
Find Your Future (Irving ISD / Hats &amp; Ladders, ©2026), printed pp. 30-33; district-licensed workbook page images from the CCE Canvas course,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42-50 min. The starred line is the Response to Feedback rubric row (4 of the 16 points). No star, no evidence. Collect the packet at the bell: p. 30 plan, four screens, partner notes, two starred changes.
[Sources]
Find Your Future (Irving ISD / Hats &amp; Ladders, ©2026), printed pp. 30-33; district-licensed workbook page images from the CCE Canvas course,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Last minute. Packets stay with you until Day 4 adds the emerging-career evidence sheet, then score with the 16-point rubric before the Day 5 Xello block.
[Sources]
Find Your Future (Irving ISD / Hats &amp; Ladders, ©2026), printed pp. 30-33; district-licensed workbook page images from the CCE Canvas course, not for public distribution. Canvas page renders of CCE course 98060 student pages, captured 2026-09-15.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1905000"/>
            <a:ext cx="109537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From Wireframe to Wow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28650" y="3143250"/>
            <a:ext cx="1047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95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an app before anyone writes code.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28650" y="3905250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College and Career Exploration · Week 3 · Day 3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28650" y="4476750"/>
            <a:ext cx="1047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your Find Your Future workbook (open to p. 30), a pencil, and your phone-sized imagination. No Chromebook today.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 you enter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609600" y="1905000"/>
            <a:ext cx="10972800" cy="1809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76300" y="2133600"/>
            <a:ext cx="10477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of the app you use most on your phone.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many taps does it take to do the main thing you use it for? Where is the menu button?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4095750"/>
            <a:ext cx="5715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Say it like this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609600" y="4533900"/>
            <a:ext cx="10953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________ it takes ________ taps to ________. The menu is ________.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09600" y="5334000"/>
            <a:ext cx="1095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it in your notebook. Two people share.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Today you will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609600" y="1952625"/>
            <a:ext cx="109728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0100" y="21050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21050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447800" y="2066925"/>
            <a:ext cx="99250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one of three app briefs and plan it on sticky notes (p. 30).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09600" y="2905125"/>
            <a:ext cx="109728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0100" y="30575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0100" y="30575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447800" y="3019425"/>
            <a:ext cx="99250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four screens with the wireframe symbols: Home, Main Menu, Action, Success (pp. 31-32).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609600" y="3857625"/>
            <a:ext cx="109728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0100" y="40100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0100" y="40100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447800" y="3971925"/>
            <a:ext cx="99250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your screens with a partner and answer their three questions (p. 33).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609600" y="4810125"/>
            <a:ext cx="109728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0100" y="49625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00100" y="49625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447800" y="4924425"/>
            <a:ext cx="99250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at least 2 improvements and star them. Turn in the packet.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609600" y="5953125"/>
            <a:ext cx="1095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of the day: wireframe. A quick sketch that shows where buttons, text, and pictures go.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Choose your app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628650" y="1295400"/>
            <a:ext cx="10915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Your Future p. 30 · Step 1 · Check one box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09600" y="1905000"/>
            <a:ext cx="6858000" cy="266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2095500"/>
            <a:ext cx="6477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Your Future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30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810500" y="1905000"/>
            <a:ext cx="3771900" cy="266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39100" y="2038350"/>
            <a:ext cx="3429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Pick one</a:t>
            </a:r>
            <a:endParaRPr lang="en-US" sz="2300" dirty="0"/>
          </a:p>
        </p:txBody>
      </p:sp>
      <p:sp>
        <p:nvSpPr>
          <p:cNvPr id="8" name="Text 6"/>
          <p:cNvSpPr txBox="1"/>
          <p:nvPr/>
        </p:nvSpPr>
        <p:spPr>
          <a:xfrm>
            <a:off x="8039100" y="2495550"/>
            <a:ext cx="33337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Connection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Stress-Less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Passion Project</a:t>
            </a:r>
            <a:endParaRPr lang="en-US" sz="2100" dirty="0"/>
          </a:p>
          <a:p>
            <a:pPr indent="0" marL="0">
              <a:buNone/>
            </a:pP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have 3 minutes. Do not trade later.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609600" y="4762500"/>
            <a:ext cx="10972800" cy="18954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0100" y="4953000"/>
            <a:ext cx="10591800" cy="151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Your Future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30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Plan your app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628650" y="1295400"/>
            <a:ext cx="10915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Your Future p. 30 · Step 2 · Sticky notes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09600" y="1905000"/>
            <a:ext cx="5905500" cy="180022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2095500"/>
            <a:ext cx="5524500" cy="1419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Your Future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30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858000" y="1905000"/>
            <a:ext cx="47244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086600" y="2019300"/>
            <a:ext cx="1143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Name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343900" y="2019300"/>
            <a:ext cx="30099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your app called?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858000" y="2857500"/>
            <a:ext cx="47244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86600" y="2971800"/>
            <a:ext cx="1143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User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43900" y="2971800"/>
            <a:ext cx="30099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is it for? Be specific: a 7th grader who forgets homework, a restaurant manager at closing time.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858000" y="3810000"/>
            <a:ext cx="47244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086600" y="3924300"/>
            <a:ext cx="1143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Does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343900" y="3924300"/>
            <a:ext cx="30099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or 3 features that make it useful or fun. One per sticky note.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" y="4953000"/>
            <a:ext cx="1095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minutes  ·  Voice 0  ·  Stick the notes on p. 30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Four symbols, four screens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628650" y="1295400"/>
            <a:ext cx="10915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Your Future p. 31 · Step 3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09600" y="1905000"/>
            <a:ext cx="6858000" cy="2305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2095500"/>
            <a:ext cx="6477000" cy="1924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Your Future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31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810500" y="1905000"/>
            <a:ext cx="3771900" cy="2305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39100" y="2038350"/>
            <a:ext cx="3429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Every app needs</a:t>
            </a:r>
            <a:endParaRPr lang="en-US" sz="2300" dirty="0"/>
          </a:p>
        </p:txBody>
      </p:sp>
      <p:sp>
        <p:nvSpPr>
          <p:cNvPr id="8" name="Text 6"/>
          <p:cNvSpPr txBox="1"/>
          <p:nvPr/>
        </p:nvSpPr>
        <p:spPr>
          <a:xfrm>
            <a:off x="8039100" y="2457450"/>
            <a:ext cx="33337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Home screen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Main Menu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Action screen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Success screen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09600" y="4400550"/>
            <a:ext cx="10972800" cy="1428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8200" y="4572000"/>
            <a:ext cx="10477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Box with an X = picture or video.   Lines = text.   Rectangle or oval = button.   Three stacked lines = menu.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Boxes and labels, not art. A designer can read your screen in five seconds.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Draw your four screens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628650" y="1295400"/>
            <a:ext cx="10915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Your Future pp. 31-32 · 17 minutes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09600" y="1905000"/>
            <a:ext cx="4000500" cy="40290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2095500"/>
            <a:ext cx="3619500" cy="3648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Your Future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31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953000" y="1905000"/>
            <a:ext cx="6629400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81600" y="2038350"/>
            <a:ext cx="6286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Check yourself</a:t>
            </a:r>
            <a:endParaRPr lang="en-US" sz="2300" dirty="0"/>
          </a:p>
        </p:txBody>
      </p:sp>
      <p:sp>
        <p:nvSpPr>
          <p:cNvPr id="8" name="Text 6"/>
          <p:cNvSpPr txBox="1"/>
          <p:nvPr/>
        </p:nvSpPr>
        <p:spPr>
          <a:xfrm>
            <a:off x="5181600" y="2457450"/>
            <a:ext cx="61912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 8: Home and Main Menu are boxed and labeled.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 18: Action shows what the user did; Success shows what happened next.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953000" y="4000500"/>
            <a:ext cx="6629400" cy="1047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81600" y="4114800"/>
            <a:ext cx="6286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7A4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 are done when</a:t>
            </a:r>
            <a:endParaRPr lang="en-US" sz="2300" dirty="0"/>
          </a:p>
        </p:txBody>
      </p:sp>
      <p:sp>
        <p:nvSpPr>
          <p:cNvPr id="11" name="Text 9"/>
          <p:cNvSpPr txBox="1"/>
          <p:nvPr/>
        </p:nvSpPr>
        <p:spPr>
          <a:xfrm>
            <a:off x="5181600" y="4514850"/>
            <a:ext cx="6191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four screens have labels, a first-time user could find the next button on each one, and Success is not a copy of Home.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953000" y="5238750"/>
            <a:ext cx="6629400" cy="762000"/>
          </a:xfrm>
          <a:prstGeom prst="rect">
            <a:avLst/>
          </a:prstGeom>
          <a:solidFill>
            <a:srgbClr val="F4D941"/>
          </a:solidFill>
          <a:ln w="12700">
            <a:solidFill>
              <a:srgbClr val="F4D9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43500" y="5391150"/>
            <a:ext cx="624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Finished early? Add a fifth screen (settings, profile, or search) and write which screen it connects to.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09600" y="6096000"/>
            <a:ext cx="1095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0  ·  Template printouts at the front if you want the frame drawn for you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Think, pair, share: test your app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628650" y="1295400"/>
            <a:ext cx="10915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Your Future p. 33 · Step 4 · Trade workbooks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09600" y="1905000"/>
            <a:ext cx="6858000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38200" y="2019300"/>
            <a:ext cx="1238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Think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2190750" y="2019300"/>
            <a:ext cx="5048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seconds, silent. Read your partner's four screens in order. Do not explain your own yet.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09600" y="3028950"/>
            <a:ext cx="6858000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38200" y="3143250"/>
            <a:ext cx="1238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Pair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2190750" y="3143250"/>
            <a:ext cx="5048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 A: 30 seconds. Partner B: 30 seconds. Answer the three questions from p. 33 about the OTHER person's app.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09600" y="4152900"/>
            <a:ext cx="6858000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8200" y="4267200"/>
            <a:ext cx="1238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Share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2190750" y="4267200"/>
            <a:ext cx="5048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pairs tell the class one confusion they found. Not a compliment.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810500" y="1905000"/>
            <a:ext cx="3771900" cy="26193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01000" y="2095500"/>
            <a:ext cx="3390900" cy="2238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Your Future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33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7810500" y="4572000"/>
            <a:ext cx="37719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 questions, p. 33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09600" y="5334000"/>
            <a:ext cx="5715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Say it like this</a:t>
            </a:r>
            <a:endParaRPr lang="en-US" sz="2300" dirty="0"/>
          </a:p>
        </p:txBody>
      </p:sp>
      <p:sp>
        <p:nvSpPr>
          <p:cNvPr id="17" name="Text 15"/>
          <p:cNvSpPr txBox="1"/>
          <p:nvPr/>
        </p:nvSpPr>
        <p:spPr>
          <a:xfrm>
            <a:off x="609600" y="5772150"/>
            <a:ext cx="10953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Screen ____ I did not know where to click next.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Success screen tells the user ____, but it does not tell them ____.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Improve your design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628650" y="1295400"/>
            <a:ext cx="10915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Your Future p. 33 · Step 5 · At least 2 changes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09600" y="1905000"/>
            <a:ext cx="5905500" cy="22002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2095500"/>
            <a:ext cx="5524500" cy="1819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Your Future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33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858000" y="1905000"/>
            <a:ext cx="2857500" cy="2686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048500" y="2095500"/>
            <a:ext cx="2476500" cy="2305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Your Future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33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09600" y="4381500"/>
            <a:ext cx="10972800" cy="133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8200" y="4514850"/>
            <a:ext cx="4762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Star each change</a:t>
            </a:r>
            <a:endParaRPr lang="en-US" sz="2300" dirty="0"/>
          </a:p>
        </p:txBody>
      </p:sp>
      <p:sp>
        <p:nvSpPr>
          <p:cNvPr id="10" name="Text 8"/>
          <p:cNvSpPr txBox="1"/>
          <p:nvPr/>
        </p:nvSpPr>
        <p:spPr>
          <a:xfrm>
            <a:off x="838200" y="4933950"/>
            <a:ext cx="10477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a star next to every improvement and write one line: what your partner said, and what you changed. Two stars minimum. That line is what gets graded.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09600" y="5905500"/>
            <a:ext cx="1095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minutes  ·  Voice 0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Turn in your packet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628650" y="1295400"/>
            <a:ext cx="10915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Major 1 · 16 points · App Design Packet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09600" y="1952625"/>
            <a:ext cx="68580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0100" y="21050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0100" y="21050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447800" y="2066925"/>
            <a:ext cx="58102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plan (p. 30 with your sticky notes)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09600" y="2905125"/>
            <a:ext cx="68580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0100" y="30575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0100" y="30575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447800" y="3019425"/>
            <a:ext cx="58102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labeled screens (pp. 31-32)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09600" y="3857625"/>
            <a:ext cx="68580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0100" y="40100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0100" y="40100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447800" y="3971925"/>
            <a:ext cx="58102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 walkthrough notes and 2 starred improvements (p. 33)</a:t>
            </a:r>
            <a:endParaRPr lang="en-US" sz="2000" dirty="0"/>
          </a:p>
        </p:txBody>
      </p:sp>
      <p:pic>
        <p:nvPicPr>
          <p:cNvPr id="16" name="Image 0" descr="/home/claude/cce/build/slides/1sw-wk3/assets/cv-d3-rubr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0500" y="1952625"/>
            <a:ext cx="3771900" cy="123825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7810500" y="3333750"/>
            <a:ext cx="3771900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039100" y="3486150"/>
            <a:ext cx="3333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Plan · Screen Design · Response to Feedback · Emerging Career Evidence (tomorrow)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points each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609600" y="5143500"/>
            <a:ext cx="1095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rubric is on the Day 3 Canvas page. Tomorrow's evidence sheet joins this packet.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2026-09-15T14:54:33Z</dcterms:created>
  <dcterms:modified xsi:type="dcterms:W3CDTF">2026-09-15T14:54:33Z</dcterms:modified>
</cp:coreProperties>
</file>