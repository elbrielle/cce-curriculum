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this up as students walk in. Networking Career Cards printed or open on the Day 1 page. Run time 50 minutes: warm-up 5, compare four careers 22, transferable skills 15, exit ticket 8.
[Sources]
Find Your Future (Irving ISD / Hats &amp; Ladders, ©2026), printed pp. 38;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0-5 min. Push past 'the IT guy'. You want a checklist verb: check the access point, restart the server, look at the login system. That checklist is what a Network Administrator does on a bad morning.
[Sources]
Find Your Future (Irving ISD / Hats &amp; Ladders, ©2026), printed pp. 38;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
[Sources]
Find Your Future (Irving ISD / Hats &amp; Ladders, ©2026), printed pp. 38;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5-7 min. Read the definition once, then connect it to the warm-up: the Wi-Fi checklist students just made is the network. The four people who get called are the next slide.
[Sources]
Definition: docs/1sw/wk3-computer-science-it/overview.md vocabulary. U.S. Bureau of Labor Statistics, Occupational Outlook Handbook, "Network and Computer Systems Administrators" (https://www.bls.gov/ooh/computer-and-information-technology/network-and-computer-systems-administrators.htm), screenshot captured 2026-09-15. Public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7-10 min. Read the four cards once. No salary numbers on the board today; the cards carry tasks and preparation only, and the salary work happens on Day 4 with dated figures. The BLS page shown is the source for the Network Administrator card. The cards say 'typical preparation'; if a student asks, typical means common, not required by every employer.
[Sources]
Networking Career Cards (CCE-authored, build/worksheet_sources/wk3-networking-career-cards.md; BLS OOH accessed 2026-08-09). U.S. Bureau of Labor Statistics, Occupational Outlook Handbook, "Network and Computer Systems Administrators" (https://www.bls.gov/ooh/computer-and-information-technology/network-and-computer-systems-administrators.htm), screenshot captured 2026-09-15. Public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10-12 min. Fast. Administrator first, Architect designed it, Database Administrator watches the data. A wrong answer with a reason from the card is fine; that is the compare task starting early.
[Sources]
Networking Career Cards (CCE-authored, build/worksheet_sources/wk3-networking-career-cards.md; BLS OOH accessed 2026-08-09).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12-31 min. Four rows, one per career. Lap 1 at minute 8: every student has a task verb for two careers. Lap 2 at minute 18: the skill column says why, not just the skill name. Students who record on the printed cards or in the notebook both count; use the response route your class set up in Week 0. The ten-skill list Doc is linked on the Day 1 page for students who want more choices than the seven on this slide.
[Sources]
Networking Career Cards (CCE-authored, build/worksheet_sources/wk3-networking-career-cards.md; BLS OOH accessed 2026-08-09). Canvas page renders of CCE course 98060 student pages, captured 2026-09-15. Find Your Future (Irving ISD / Hats &amp; Ladders, ©2026), printed pp. 38; district-licensed workbook page images from the CCE Canvas course, not for public distribution.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31-34 min. One minute of teaching before the jot. Ask for one example of each from a student's own row before moving on.
[Sources]
Networking Career Cards (CCE-authored, build/worksheet_sources/wk3-networking-career-cards.md; BLS OOH accessed 2026-08-09).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34-46 min including the discussion. 60 seconds silent, then three students read their sentence. Listen for the 'because' clause; a sentence without it is two job titles and a skill name. Board capture: write each skill students name and tally repeats. That tally is what the exit-ticket Venn draws from.
[Sources]
Networking Career Cards (CCE-authored, build/worksheet_sources/wk3-networking-career-cards.md; BLS OOH accessed 2026-08-09).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42-50 min. The button opens a copy of the Venn Doc. The middle must be soft skills; a student who writes 'coding' in the middle has the wrong idea about transfer. Grade the bottom line, not the count.
[Sources]
Canvas page renders of CCE course 98060 student pages, captured 2026-09-15.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minute. Chromebooks docked. Keep the card sets if students wrote on them; they are Day 1 evidence.
[Sources]
Networking Career Cards (CCE-authored, build/worksheet_sources/wk3-networking-career-cards.md; BLS OOH accessed 2026-08-09).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1905000"/>
            <a:ext cx="1095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Networking careers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31432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keeps the Wi-Fi up?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8650" y="3905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and Career Exploration · Week 3 · Day 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28650" y="44767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notebook, a pencil, and your Chromebook. Find Your Future workbook only if you finish early (p. 38).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 you enter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05000"/>
            <a:ext cx="109728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76300" y="2133600"/>
            <a:ext cx="1047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school Wi-Fi went down right now, whose job would it be to fix it?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think they would actually DO to fix it?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09575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53390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they would check ________, because ________.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51435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specific: student devices, login accounts, access points, network cables, the server. Two people share.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 you will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what a network is and meet the four careers that keep one running.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one technical task and one transferable skill for each.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and Jot: name a skill that transfers between two careers.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9600" y="4810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" y="4962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0100" y="4962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47800" y="4924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ticket: a Venn diagram, programming vs. networking.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5953125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of the day: transferable skill. A skill you can carry from one job to another.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a network?</a:t>
            </a:r>
            <a:endParaRPr lang="en-US" sz="4200" dirty="0"/>
          </a:p>
        </p:txBody>
      </p:sp>
      <p:pic>
        <p:nvPicPr>
          <p:cNvPr id="3" name="Image 0" descr="/home/claude/cce/build/slides/1sw-wk3/assets/bls-network-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4267200" cy="12668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9600" y="3238500"/>
            <a:ext cx="426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cables in a server room (BLS video still)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5238750" y="1905000"/>
            <a:ext cx="634365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67350" y="2095500"/>
            <a:ext cx="5905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network is a group of connected computers and devices that share information and resources.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67350" y="3143250"/>
            <a:ext cx="5905500" cy="180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school Wi-Fi is a network. So is the bank app on a phone, and a text message on its way to someone.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works, nobody notices. When it breaks, four kinds of people get called.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four careers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Networking Career Cards · link on the Day 1 page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5372100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019300"/>
            <a:ext cx="5048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Administrator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00100" y="238125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Keeps the network running day to day: accounts, monitoring, troubleshooting, updates.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10300" y="1905000"/>
            <a:ext cx="5372100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019300"/>
            <a:ext cx="5048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Architect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38125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and designs the network: equipment, capacity, security, cost tradeoffs.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3333750"/>
            <a:ext cx="5372100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0100" y="3448050"/>
            <a:ext cx="5048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Administrator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00100" y="381000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Organizes, protects, and backs up data so users get reliable answers.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0300" y="3333750"/>
            <a:ext cx="5372100" cy="1295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3448050"/>
            <a:ext cx="50482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Systems Analyst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810000"/>
            <a:ext cx="50482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how an organization works and recommends technology changes; translates between tech and non-tech teams.</a:t>
            </a:r>
            <a:endParaRPr lang="en-US" sz="1600" dirty="0"/>
          </a:p>
        </p:txBody>
      </p:sp>
      <p:pic>
        <p:nvPicPr>
          <p:cNvPr id="16" name="Image 0" descr="/home/claude/cce/build/slides/1sw-wk3/assets/bls-netadm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876800"/>
            <a:ext cx="4362450" cy="17145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238750" y="495300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BLS Occupational Outlook Handbook.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gets called?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 with a partner · Voice 1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10972800" cy="16192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6300" y="2133600"/>
            <a:ext cx="1047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Wi-Fi is down Monday morning. Which of the four gets called first? Which one designed the network in the first place? Which one would notice if student data went missing?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38100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42481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________ gets called first because their job is to ________.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49530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pairs share. Then open the cards.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Compare the four roles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minutes · Voice 0 · Card set or notebook entry labeled 1SW Wk3 Networking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6858000" cy="1009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200" y="2019300"/>
            <a:ext cx="12382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2190750" y="2019300"/>
            <a:ext cx="50482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technical task this person does. Copy a verb from the card: monitor, back up, design, interview.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09600" y="3048000"/>
            <a:ext cx="6858000" cy="10096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8200" y="3162300"/>
            <a:ext cx="12382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1A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190750" y="3162300"/>
            <a:ext cx="504825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transferable skill this person needs, and why it matters in this job.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4381500"/>
            <a:ext cx="685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rows: Network Administrator, Network Architect, Database Administrator, Systems Analyst.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10500" y="1905000"/>
            <a:ext cx="3771900" cy="30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Skills to pick from</a:t>
            </a:r>
            <a:endParaRPr lang="en-US" sz="2300" dirty="0"/>
          </a:p>
        </p:txBody>
      </p:sp>
      <p:sp>
        <p:nvSpPr>
          <p:cNvPr id="13" name="Text 11"/>
          <p:cNvSpPr txBox="1"/>
          <p:nvPr/>
        </p:nvSpPr>
        <p:spPr>
          <a:xfrm>
            <a:off x="8039100" y="2457450"/>
            <a:ext cx="3333750" cy="2381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problem-solving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to detail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management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teamwork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curiosity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patience under pressure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9600" y="5238750"/>
            <a:ext cx="10972800" cy="762000"/>
          </a:xfrm>
          <a:prstGeom prst="rect">
            <a:avLst/>
          </a:prstGeom>
          <a:solidFill>
            <a:srgbClr val="F4D941"/>
          </a:solidFill>
          <a:ln w="12700">
            <a:solidFill>
              <a:srgbClr val="F4D94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0100" y="5391150"/>
            <a:ext cx="1059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Find Your Future p. 38: open Hats &amp; Ladders, Clusters, Information Technology, and do the App Exploration checklist.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transfers?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transferable skill moves with you from job to job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53721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200" y="2038350"/>
            <a:ext cx="495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71A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skill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838200" y="2457450"/>
            <a:ext cx="495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Belongs to one job.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a router. Restore a database backup. Write a network diagram.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210300" y="1905000"/>
            <a:ext cx="53721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8900" y="2038350"/>
            <a:ext cx="495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7A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Transferable skill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438900" y="2457450"/>
            <a:ext cx="4953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Goes with you anywhere.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a problem to someone who is not technical. Notice the small detail that breaks everything. Stay calm when the system is down.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09600" y="5048250"/>
            <a:ext cx="10953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technical skill gets you one job. A transferable skill goes with you to the next one.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Stop and Jot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seconds · Voice 0 · In your notebook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10972800" cy="16192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6300" y="2133600"/>
            <a:ext cx="10477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skill from your rows that TWO of the four careers need.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one complete sentence.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38100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42481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 transfers across ________ and ________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both workers must ________.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53340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Words you will need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5772150"/>
            <a:ext cx="10953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problem-solving  ·  communication  ·  attention to detail  ·  time management  ·  teamwork  ·  curiosity  ·  patience under pressure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Exit ticket: programming vs. networking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Day 1 exit ticket on the Canvas page · 8 minutes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6858000" cy="31432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8200" y="2057400"/>
            <a:ext cx="6477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programming career from Week 2 (Software Dev, Web Dev, App Dev, or Game Dev).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one networking career from today.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38200" y="3009900"/>
            <a:ext cx="6477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Left: 2 skills only the programmer uses.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Right: 2 skills only the networking career uses.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Middle: 2 skills BOTH need (soft skills, not technical).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why do employers care about the middle as much as the technical sides? One sentence.</a:t>
            </a:r>
            <a:endParaRPr lang="en-US" sz="1800" dirty="0"/>
          </a:p>
        </p:txBody>
      </p:sp>
      <p:pic>
        <p:nvPicPr>
          <p:cNvPr id="7" name="Image 0" descr="/home/claude/cce/build/slides/1sw-wk3/assets/cv-d1-ex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0" y="1905000"/>
            <a:ext cx="3771900" cy="13335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810500" y="3333750"/>
            <a:ext cx="3771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button opens your own copy of the Venn diagram.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09600" y="53340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10" name="Text 7"/>
          <p:cNvSpPr txBox="1"/>
          <p:nvPr/>
        </p:nvSpPr>
        <p:spPr>
          <a:xfrm>
            <a:off x="609600" y="57721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Employers care about ________ because ________.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you go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rows done: a task and a skill for each career.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Stop and Jot sentence in your notebook.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submitted.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514350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 you become a UX designer and audit a real website. Bring your Find Your Future workbook.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2026-09-15T15:05:32Z</dcterms:created>
  <dcterms:modified xsi:type="dcterms:W3CDTF">2026-09-15T15:05:32Z</dcterms:modified>
</cp:coreProperties>
</file>