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this up as students walk in. Collect any late Major 1 packets before Xello opens. Run time 50 minutes: A/B/C prediction inside the first quiz block, quiz 20 (Voice 0, visible timer), lesson 30 (Voice 1 for the partner rehearsal inside it), connection sheet at the end of the lesson block.
[Sources]
Xello, "My Learning Styles lesson prerequisites, pp. 1-2" (district-licensed teacher resource),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0-3 min, inside the quiz block. Do not name the three styles yet; the lesson names them later and the quiz should not be primed. Two voices, then open Xello.
[Sources]
Xello, "My Learning Styles lesson prerequisites, pp. 1-2" (district-licensed teacher resource),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seconds. Say the last line aloud; students who see a 'style' as a label stop trying other methods, which is the opposite of the lesson.
[Sources]
Xello, "My Learning Styles lesson prerequisites, pp. 1-2" (district-licensed teacher resource),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3-5 min. Model the three clicks on the projector before Chromebooks open. Devices flat while you model. If Xello does not launch for a student after a two-minute check, move them to the connection sheet; it carries the method chart so the thinking target still gets done. Add a live About Me &gt; Learning Style screenshot here when a student demo login is available; the current image is the Home menu from the Xello teacher slides.
[Sources]
Xello, "Biases and career choices teacher slides, navigation slide (Home menu capture)" (district-licensed teacher resource),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5-25 min. Walk once at minute 5 for stuck logins and once at minute 15 for finished students. The result page is the only thing worth reading twice.
[Sources]
Xello, "My Learning Styles lesson prerequisites, pp. 1-2" (district-licensed teacher resource),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25-50 min, with the connection sheet inside the last part of this block. The method chart on the right is the same one printed on the Method-to-Task sheet, so a student who cannot load the lesson still has it.
[Sources]
Xello, "My Learning Styles lesson prerequisites, pp. 1-2" (district-licensed teacher resource),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42-50 min. The button opens a copy of the connection sheet. Talk before write is deliberate: emergent bilingual students rehearse the sentence out loud, then write it. Speech-to-text is fine. The sheet is Day 5 formative evidence; the quiz and lesson are checked separately in the Xello Completion Standards report and do not change the Major 1 score.
[Sources]
Canvas page renders of CCE course 98060 student pages, captured 2026-09-15. Xello, "My Learning Styles lesson prerequisites, pp. 1-2" (district-licensed teacher resource),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minute. Chromebooks docked. Check the Xello Completion Standards report tonight for the quiz and lesson.
[Sources]
Xello, "My Learning Styles lesson prerequisites, pp. 1-2" (district-licensed teacher resource),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1905000"/>
            <a:ext cx="10953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Learning styles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3143250"/>
            <a:ext cx="1047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95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Xello quiz, then the lesson.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28650" y="3905250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College and Career Exploration · Week 3 · Day 5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28650" y="4476750"/>
            <a:ext cx="1047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your Chromebook. Turn in your Major 1 packet if you have not.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 you enter: A, B, or C?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609600" y="1905000"/>
            <a:ext cx="6667500" cy="271462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00100" y="2095500"/>
            <a:ext cx="6286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lists of study habits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(Xello lesson guide)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620000" y="1905000"/>
            <a:ext cx="3962400" cy="271462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48600" y="2038350"/>
            <a:ext cx="3619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Which one is you?</a:t>
            </a:r>
            <a:endParaRPr lang="en-US" sz="2300" dirty="0"/>
          </a:p>
        </p:txBody>
      </p:sp>
      <p:sp>
        <p:nvSpPr>
          <p:cNvPr id="7" name="Text 5"/>
          <p:cNvSpPr txBox="1"/>
          <p:nvPr/>
        </p:nvSpPr>
        <p:spPr>
          <a:xfrm>
            <a:off x="7848600" y="2495550"/>
            <a:ext cx="35242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all three. Pick the one you actually do when you have to learn something new, not the one that sounds smart.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848600" y="3733800"/>
            <a:ext cx="3524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letter and one example from your own life in your notebook.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600" y="4953000"/>
            <a:ext cx="5715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Say it like this</a:t>
            </a:r>
            <a:endParaRPr lang="en-US" sz="2300" dirty="0"/>
          </a:p>
        </p:txBody>
      </p:sp>
      <p:sp>
        <p:nvSpPr>
          <p:cNvPr id="10" name="Text 8"/>
          <p:cNvSpPr txBox="1"/>
          <p:nvPr/>
        </p:nvSpPr>
        <p:spPr>
          <a:xfrm>
            <a:off x="609600" y="5391150"/>
            <a:ext cx="10953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am mostly ____. Last time I learned something new, I ________.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Today you will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609600" y="1952625"/>
            <a:ext cx="109728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0100" y="21050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21050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447800" y="2066925"/>
            <a:ext cx="99250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the Xello Learning Style quiz (20 minutes, Voice 0).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09600" y="2905125"/>
            <a:ext cx="109728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0100" y="30575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0100" y="30575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447800" y="3019425"/>
            <a:ext cx="99250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the Learning styles lesson (30 minutes).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09600" y="3857625"/>
            <a:ext cx="109728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0100" y="40100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0100" y="40100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447800" y="3971925"/>
            <a:ext cx="99250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one learning method and connect it to a real school task on the Method-to-Task sheet.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" y="5143500"/>
            <a:ext cx="1095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result is not a grade and does not measure ability. It is a starting point for choosing a method.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Open Xello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1295400"/>
            <a:ext cx="10915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ClassLink → Xello → About Me → Learning Style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09600" y="1905000"/>
            <a:ext cx="5905500" cy="34575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2095500"/>
            <a:ext cx="5524500" cy="3076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Xello Home menu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(see the Day 5 Canvas page)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09600" y="542925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Xello's Home menu. About Me is the next tab to the right.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0" y="1905000"/>
            <a:ext cx="4724400" cy="781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8500" y="2057400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4850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696200" y="2019300"/>
            <a:ext cx="36766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ClassLink and click the Xello tile.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0" y="2819400"/>
            <a:ext cx="4724400" cy="781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8500" y="2971800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04850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7696200" y="2933700"/>
            <a:ext cx="36766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About Me at the top.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858000" y="3733800"/>
            <a:ext cx="4724400" cy="781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8500" y="3886200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4850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7696200" y="3848100"/>
            <a:ext cx="36766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Learning Style and start the quiz.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858000" y="4648200"/>
            <a:ext cx="4724400" cy="781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48500" y="4800600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048500" y="4800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7696200" y="4762500"/>
            <a:ext cx="36766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 for two minutes? Raise a hand and start the Method-to-Task sheet while you wait.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Learning Style quiz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1295400"/>
            <a:ext cx="10915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minutes · Voice 0 · Private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09600" y="1905000"/>
            <a:ext cx="6858000" cy="2857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38200" y="2038350"/>
            <a:ext cx="6477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Answer honestly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2495550"/>
            <a:ext cx="6477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are no right answers. Pick what you actually do, not what you wish you did.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each choice fully before you click.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you finish, read your result page once, then close the lid halfway and wait.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810500" y="1905000"/>
            <a:ext cx="3771900" cy="2857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39100" y="2038350"/>
            <a:ext cx="3429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D71A6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Timer</a:t>
            </a:r>
            <a:endParaRPr lang="en-US" sz="2300" dirty="0"/>
          </a:p>
        </p:txBody>
      </p:sp>
      <p:sp>
        <p:nvSpPr>
          <p:cNvPr id="9" name="Text 7"/>
          <p:cNvSpPr txBox="1"/>
          <p:nvPr/>
        </p:nvSpPr>
        <p:spPr>
          <a:xfrm>
            <a:off x="8039100" y="2495550"/>
            <a:ext cx="333375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20:00 on the board.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early? Reread your result and find one line you disagree with.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09600" y="4953000"/>
            <a:ext cx="1095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Devices flat while directions are given. Voice 0 until the timer ends.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Learning styles lesson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1295400"/>
            <a:ext cx="10915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minutes · Dashboard → View all lessons → Learning styles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09600" y="1952625"/>
            <a:ext cx="6858000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0100" y="21050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0100" y="21050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447800" y="2066925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Dashboard, then View all lessons.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09600" y="2809875"/>
            <a:ext cx="6858000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0100" y="296227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0100" y="296227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447800" y="2924175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Learning styles and work through it in order.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09600" y="3667125"/>
            <a:ext cx="6858000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0100" y="38195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0100" y="38195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447800" y="3781425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lesson asks you to talk to a partner, that is Voice 1 for that part only.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09600" y="4524375"/>
            <a:ext cx="6858000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0100" y="467677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0100" y="467677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447800" y="4638675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the lesson's own reflection question inside Xello.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810500" y="1952625"/>
            <a:ext cx="3771900" cy="3238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39100" y="2085975"/>
            <a:ext cx="3429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methods</a:t>
            </a:r>
            <a:endParaRPr lang="en-US" sz="2300" dirty="0"/>
          </a:p>
        </p:txBody>
      </p:sp>
      <p:sp>
        <p:nvSpPr>
          <p:cNvPr id="22" name="Text 20"/>
          <p:cNvSpPr txBox="1"/>
          <p:nvPr/>
        </p:nvSpPr>
        <p:spPr>
          <a:xfrm>
            <a:off x="8039100" y="2505075"/>
            <a:ext cx="3333750" cy="2571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Visual: diagrams, models, color coding, written steps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Auditory: read aloud, explain to a partner, record and replay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Tactile: build, sort, trace, act out, practice by doing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09600" y="5524500"/>
            <a:ext cx="1095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30:00 on the board. Voice 0 except the partner part.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Talk, then write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1295400"/>
            <a:ext cx="10915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Method-to-Task Connection · last 8 minutes of the lesson block</a:t>
            </a:r>
            <a:endParaRPr lang="en-US" sz="2100" dirty="0"/>
          </a:p>
        </p:txBody>
      </p:sp>
      <p:pic>
        <p:nvPicPr>
          <p:cNvPr id="4" name="Image 0" descr="/home/claude/cce/build/slides/1sw-wk3/assets/cv-d5-conn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1905000"/>
            <a:ext cx="4000500" cy="9525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09600" y="3048000"/>
            <a:ext cx="6858000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38200" y="3162300"/>
            <a:ext cx="1238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71A6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Talk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2190750" y="3162300"/>
            <a:ext cx="5048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1, 60 seconds each. Tell your partner one method from the chart and one real task this week you will try it on.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09600" y="4171950"/>
            <a:ext cx="6858000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8200" y="4286250"/>
            <a:ext cx="1238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Write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2190750" y="4286250"/>
            <a:ext cx="5048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0. Fill in the frame on the sheet. Name the task and how you will know it helped.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810500" y="1905000"/>
            <a:ext cx="3771900" cy="33909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039100" y="2038350"/>
            <a:ext cx="3429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Say it like this</a:t>
            </a:r>
            <a:endParaRPr lang="en-US" sz="2300" dirty="0"/>
          </a:p>
        </p:txBody>
      </p:sp>
      <p:sp>
        <p:nvSpPr>
          <p:cNvPr id="13" name="Text 10"/>
          <p:cNvSpPr txBox="1"/>
          <p:nvPr/>
        </p:nvSpPr>
        <p:spPr>
          <a:xfrm>
            <a:off x="8039100" y="2495550"/>
            <a:ext cx="333375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method I can test is ____.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will use it when I ____.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will know it helped if ____.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609600" y="5524500"/>
            <a:ext cx="5715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Words you will need</a:t>
            </a:r>
            <a:endParaRPr lang="en-US" sz="2300" dirty="0"/>
          </a:p>
        </p:txBody>
      </p:sp>
      <p:sp>
        <p:nvSpPr>
          <p:cNvPr id="15" name="Text 12"/>
          <p:cNvSpPr txBox="1"/>
          <p:nvPr/>
        </p:nvSpPr>
        <p:spPr>
          <a:xfrm>
            <a:off x="609600" y="5962650"/>
            <a:ext cx="6858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 ·  auditory  ·  tactile  ·  method  ·  obstacle  ·  strategy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Before you go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609600" y="1952625"/>
            <a:ext cx="109728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0100" y="21050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21050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447800" y="2066925"/>
            <a:ext cx="99250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Style quiz finished in Xello.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09600" y="2905125"/>
            <a:ext cx="109728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0100" y="30575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0100" y="30575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447800" y="3019425"/>
            <a:ext cx="99250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styles lesson finished, reflection answered.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09600" y="3857625"/>
            <a:ext cx="109728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0100" y="40100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0100" y="40100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447800" y="3971925"/>
            <a:ext cx="99250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Method-to-Task sheet submitted.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" y="5143500"/>
            <a:ext cx="10953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week: Tech Support careers. Bring your Find Your Future workbook.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2026-09-15T15:04:52Z</dcterms:created>
  <dcterms:modified xsi:type="dcterms:W3CDTF">2026-09-15T15:04:52Z</dcterms:modified>
</cp:coreProperties>
</file>