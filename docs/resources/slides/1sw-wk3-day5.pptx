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this up as students walk in. Collect any late Major 1 packets before Xello opens. Run time 50 minutes: A/B/C prediction inside the first quiz block, quiz 20 (Voice 0, visible timer), lesson 30 (Voice 1 for the partner rehearsal inside it), connection sheet at the end of the lesson block.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0-3 min, inside the quiz block. Do not name the three styles yet; the lesson names them later and the quiz should not be primed. Two voices, then open Xello.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Say the last line aloud; students who see a 'style' as a label stop trying other methods, which is the opposite of the lesson.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3-5 min. Model the three clicks on the projector before Chromebooks open. Devices flat while you model. If Xello does not launch for a student after a two-minute check, move them to the connection sheet; it carries the method chart so the thinking target still gets done. Add a live About Me &gt; Learning Style screenshot here when a student demo login is available; the current image is the Home menu from the Xello teacher slides.
[Sources]
Xello, "Biases and career choices teacher slides, navigation slide (Home menu capture)"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5-25 min. Walk once at minute 5 for stuck logins and once at minute 15 for finished students. The result page is the only thing worth reading twice.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25-50 min, with the connection sheet inside the last part of this block. The method chart on the right is the same one printed on the Method-to-Task sheet, so a student who cannot load the lesson still has it.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42-50 min. The button opens a copy of the connection sheet. Talk before write is deliberate: emergent bilingual students rehearse the sentence out loud, then write it. Speech-to-text is fine. The sheet is Day 5 formative evidence; the quiz and lesson are checked separately in the Xello Completion Standards report and do not change the Major 1 score.
[Sources]
Canvas page renders of CCE course 98060 student pages, captured 2026-09-15. 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minute. Chromebooks docked. Check the Xello Completion Standards report tonight for the quiz and lesson.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1905000"/>
            <a:ext cx="1095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styles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31432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Xello quiz, then the lesson.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8650" y="3905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and Career Exploration · Week 3 · Day 5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28650" y="44767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Chromebook. Turn in your Major 1 packet if you have not.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you enter: A, B, or C?</a:t>
            </a:r>
            <a:endParaRPr lang="en-US" sz="4200" dirty="0"/>
          </a:p>
        </p:txBody>
      </p:sp>
      <p:pic>
        <p:nvPicPr>
          <p:cNvPr id="3" name="Image 0" descr="/home/claude/cce/build/slides/1sw-wk3/assets/xello-ab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6667500" cy="27146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20000" y="1905000"/>
            <a:ext cx="3962400" cy="27146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48600" y="2038350"/>
            <a:ext cx="3619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one is you?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7848600" y="2495550"/>
            <a:ext cx="352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all three. Pick the one you actually do when you have to learn something new, not the one that sounds smart.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848600" y="3733800"/>
            <a:ext cx="3524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letter and one example from your own life in your notebook.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49530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609600" y="53911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mostly ____. Last time I learned something new, I ________.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 you will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Xello Learning Style quiz (20 minutes, Voice 0).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Learning styles lesson (30 minutes).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learning method and connect it to a real school task on the Method-to-Task sheet.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51435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result is not a grade and does not measure ability. It is a starting point for choosing a method.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Xello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ClassLink → Xello → About Me → Learning Style</a:t>
            </a:r>
            <a:endParaRPr lang="en-US" sz="2100" dirty="0"/>
          </a:p>
        </p:txBody>
      </p:sp>
      <p:pic>
        <p:nvPicPr>
          <p:cNvPr id="4" name="Image 0" descr="/home/claude/cce/build/slides/1sw-wk3/assets/xello-home-men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5905500" cy="34575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600" y="542925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Xello's Home menu. About Me is the next tab to the right.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0" y="1905000"/>
            <a:ext cx="472440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8500" y="205740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85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696200" y="2019300"/>
            <a:ext cx="3676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ClassLink and click the Xello tile.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58000" y="2819400"/>
            <a:ext cx="472440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48500" y="297180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485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696200" y="2933700"/>
            <a:ext cx="3676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About Me at the top.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58000" y="3733800"/>
            <a:ext cx="472440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8500" y="388620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485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7696200" y="3848100"/>
            <a:ext cx="3676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Learning Style and start the quiz.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858000" y="4648200"/>
            <a:ext cx="472440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048500" y="480060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485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696200" y="4762500"/>
            <a:ext cx="3676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for two minutes? Raise a hand and start the Method-to-Task sheet while you wait.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Style quiz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 · Voice 0 · Private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68580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200" y="2038350"/>
            <a:ext cx="647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 honestly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2495550"/>
            <a:ext cx="6477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no right answers. Pick what you actually do, not what you wish you did.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choice fully before you click.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finish, read your result page once, then close the lid halfway and wait.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810500" y="1905000"/>
            <a:ext cx="37719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71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Timer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039100" y="2495550"/>
            <a:ext cx="33337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 on the board.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early? Reread your result and find one line you disagree with.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4953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flat while directions are given. Voice 0 until the timer ends.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styles lesson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· Dashboard → View all lessons → Learning styles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52625"/>
            <a:ext cx="68580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47800" y="2066925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Dashboard, then View all lessons.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600" y="2809875"/>
            <a:ext cx="68580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" y="296227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" y="29622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47800" y="2924175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Learning styles and work through it in order.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9600" y="3667125"/>
            <a:ext cx="68580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" y="3819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" y="3819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47800" y="3781425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lesson asks you to talk to a partner, that is Voice 1 for that part only.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9600" y="4524375"/>
            <a:ext cx="68580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" y="467677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0100" y="46767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47800" y="4638675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lesson's own reflection question inside Xello.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810500" y="1952625"/>
            <a:ext cx="37719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39100" y="2085975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methods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8039100" y="2505075"/>
            <a:ext cx="33337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Visual: diagrams, models, color coding, written steps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Auditory: read aloud, explain to a partner, record and replay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Tactile: build, sort, trace, act out, practice by doing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09600" y="55245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30:00 on the board. Voice 0 except the partner part.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Talk, then write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Method-to-Task Connection · last 8 minutes of the lesson block</a:t>
            </a:r>
            <a:endParaRPr lang="en-US" sz="2100" dirty="0"/>
          </a:p>
        </p:txBody>
      </p:sp>
      <p:pic>
        <p:nvPicPr>
          <p:cNvPr id="4" name="Image 0" descr="/home/claude/cce/build/slides/1sw-wk3/assets/cv-d5-conn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4000500" cy="952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304800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8200" y="316230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1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Talk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190750" y="31623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1, 60 seconds each. Tell your partner one method from the chart and one real task this week you will try it 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09600" y="417195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8200" y="428625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190750" y="428625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0. Fill in the frame on the sheet. Name the task and how you will know it helped.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810500" y="1905000"/>
            <a:ext cx="3771900" cy="3390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13" name="Text 10"/>
          <p:cNvSpPr txBox="1"/>
          <p:nvPr/>
        </p:nvSpPr>
        <p:spPr>
          <a:xfrm>
            <a:off x="8039100" y="2495550"/>
            <a:ext cx="33337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method I can test is ____.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use it when I ____.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know it helped if ____.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09600" y="55245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Words you will need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609600" y="5962650"/>
            <a:ext cx="685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 ·  auditory  ·  tactile  ·  method  ·  obstacle  ·  strategy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you go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Style quiz finished in Xello.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styles lesson finished, reflection answered.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Method-to-Task sheet submitted.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51435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Tech Support careers. Bring your Find Your Future workbook.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2026-09-15T15:04:52Z</dcterms:created>
  <dcterms:modified xsi:type="dcterms:W3CDTF">2026-09-15T15:04:52Z</dcterms:modified>
</cp:coreProperties>
</file>